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2298C-000A-43D2-A168-99FF263C69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BE6467-88BE-40A8-B819-E886206869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952537-D1E7-498B-BE60-B083ADAF59FC}" type="slidenum"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Phishing Awareness Training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Understanding Phishing Attacks &amp; How to Stay Safe Online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Presented by: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Sumithra.E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Introduction to Phishing Attack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080000" y="1326600"/>
            <a:ext cx="738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Phishing is one of the most common cyber attacks today.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It tricks users into sharing sensitive information.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Attackers pretend to be trusted organizations or people.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Phishing attacks mainly target: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Emails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Websites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Messages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Social media.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Types of Phishing Attacks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764000" y="1779120"/>
            <a:ext cx="7416000" cy="272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Email Phishing – Fake emails pretending to be legitimate.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Spear Phishing – Targeted attacks on specific individuals.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Smishing – Phishing through SMS messages.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Vishing – Phishing via phone calls.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Clone Phishing – Copy of a real email with malicious links.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Website Phishing – Fake websites designed to steal data.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Phishing in Email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304000" y="1440000"/>
            <a:ext cx="561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Fake sender addresses that look real.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Urgent or threatening messages.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Suspicious links or attachments.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Requests for: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Passwords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OTPs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Bank details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Poor grammar or spelling mistakes.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Example of Phishing Attack</a:t>
            </a:r>
            <a:br>
              <a:rPr sz="2000"/>
            </a:br>
            <a:endParaRPr b="1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68360" y="1620000"/>
            <a:ext cx="439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Example Email: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“Your bank account will be blocked in 24 hours.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here to verify your details.”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 Flags: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20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Urgency and fear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marL="720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Unknown link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marL="720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Asking for personal information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marL="720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Fake sender domain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  <a:ea typeface="Noto Sans CJK SC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5220000" y="1740240"/>
            <a:ext cx="4680000" cy="293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to Avoid Phishing Websites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60000" y="1440000"/>
            <a:ext cx="597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Always check the URL carefully.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Look for HTTPS and lock symbol.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not click links from unknown sources.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Avoid entering personal details on suspicious sites.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Verify websites through official apps or bookmarks.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5940000" y="1440000"/>
            <a:ext cx="3780000" cy="27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Social Engineering Tactics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620000"/>
            <a:ext cx="507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Fear: “Your account is compromised”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Urgency: “Immediate action required”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Authority: Pretending to be bank, HR, or government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Trust: Fake rewards or offers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Curiosity: “See who viewed your profile”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5760000" y="1620000"/>
            <a:ext cx="4140000" cy="25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Preventive Measures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340000" y="1571760"/>
            <a:ext cx="54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Use strong and unique passwords.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Enable two-factor authentication (2FA).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Never share OTPs or passwords.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Regularly update software and browsers.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Educate yourself and others about phishing.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Defending Against Phishing Attacks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288360" y="1620000"/>
            <a:ext cx="529164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Verify emails before responding.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Use email spam filters.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Install security and antivirus software.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Report phishing emails to organizations.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Stay alert and think before clicking.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5760000" y="1620000"/>
            <a:ext cx="3960000" cy="278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Tools &amp; Thank You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620000" y="1440000"/>
            <a:ext cx="687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Anti-Phishing Tools</a:t>
            </a:r>
            <a:endParaRPr b="1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Google Safe Browsing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Microsoft Defender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Spam Filters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Browser Security Extensions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Email Security Gateways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Thank You</a:t>
            </a:r>
            <a:endParaRPr b="1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Stay Alert • Stay Secure • Think Before You Click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LibreOffice/25.2.5.2$Linux_X86_64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2026-01-13T11:52:10Z</dcterms:created>
  <dc:creator/>
  <dc:description/>
  <dc:language>en-IN</dc:language>
  <cp:lastModifiedBy/>
  <dcterms:modified xsi:type="dcterms:W3CDTF">2026-01-13T12:43:00Z</dcterms:modified>
  <cp:revision>1</cp:revision>
  <dc:subject/>
  <dc:title/>
</cp:coreProperties>
</file>